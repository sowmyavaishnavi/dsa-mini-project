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66" d="100"/>
          <a:sy n="66" d="100"/>
        </p:scale>
        <p:origin x="632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36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3839DC3-6794-0F79-CDCD-BD786B2AF2BA}"/>
              </a:ext>
            </a:extLst>
          </p:cNvPr>
          <p:cNvSpPr txBox="1"/>
          <p:nvPr/>
        </p:nvSpPr>
        <p:spPr>
          <a:xfrm>
            <a:off x="7392202" y="5379908"/>
            <a:ext cx="504363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rgbClr val="002060"/>
                </a:solidFill>
              </a:rPr>
              <a:t>Ch Sowmya Vaishnavi-PES2UG24CS126</a:t>
            </a:r>
          </a:p>
          <a:p>
            <a:r>
              <a:rPr lang="en-IN" sz="2000" dirty="0">
                <a:solidFill>
                  <a:srgbClr val="002060"/>
                </a:solidFill>
              </a:rPr>
              <a:t>Nikhil Gadina-PES2UG24CS165</a:t>
            </a:r>
          </a:p>
          <a:p>
            <a:r>
              <a:rPr lang="en-IN" sz="2000" dirty="0">
                <a:solidFill>
                  <a:srgbClr val="002060"/>
                </a:solidFill>
              </a:rPr>
              <a:t>Deeksha Prasad-PES2UG24CS176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alt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1365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alt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975" y="0"/>
            <a:ext cx="12185650" cy="685736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alt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635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alt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3970" y="0"/>
            <a:ext cx="12206605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alt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635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alt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8819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7</Words>
  <Application>Microsoft Office PowerPoint</Application>
  <PresentationFormat>Widescreen</PresentationFormat>
  <Paragraphs>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Lenovo</dc:creator>
  <cp:lastModifiedBy>sowmya vaishnavi</cp:lastModifiedBy>
  <cp:revision>5</cp:revision>
  <dcterms:created xsi:type="dcterms:W3CDTF">2025-07-23T00:59:00Z</dcterms:created>
  <dcterms:modified xsi:type="dcterms:W3CDTF">2025-11-19T13:54:06Z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587540141C1043C8B9DEE7CFB5B4FC9F_11</vt:lpwstr>
  </property>
  <property fmtid="{D5CDD505-2E9C-101B-9397-08002B2CF9AE}" pid="3" name="KSOProductBuildVer">
    <vt:lpwstr>2057-12.2.0.23149</vt:lpwstr>
  </property>
</Properties>
</file>