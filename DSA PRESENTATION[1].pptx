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63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75" y="0"/>
            <a:ext cx="12185650" cy="68573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63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3970" y="0"/>
            <a:ext cx="1220660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5" y="0"/>
            <a:ext cx="1218819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Lenovo</dc:creator>
  <cp:lastModifiedBy>sowmya vaishnavi</cp:lastModifiedBy>
  <cp:revision>4</cp:revision>
  <dcterms:created xsi:type="dcterms:W3CDTF">2025-07-23T00:59:00Z</dcterms:created>
  <dcterms:modified xsi:type="dcterms:W3CDTF">2025-11-19T13:42:26Z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587540141C1043C8B9DEE7CFB5B4FC9F_11</vt:lpwstr>
  </property>
  <property fmtid="{D5CDD505-2E9C-101B-9397-08002B2CF9AE}" pid="3" name="KSOProductBuildVer">
    <vt:lpwstr>2057-12.2.0.23149</vt:lpwstr>
  </property>
</Properties>
</file>